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How the encoder learned: fill in the blank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like predicting a missing word from its sentence -- but the 'words' are elements and the blank is an amount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1783080"/>
            <a:ext cx="1371600" cy="105156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0.50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1783080"/>
            <a:ext cx="1371600" cy="105156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Al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1783080"/>
            <a:ext cx="1371600" cy="105156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Ca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0047" y="1783080"/>
            <a:ext cx="1371600" cy="1051560"/>
          </a:xfrm>
          <a:prstGeom prst="roundRect">
            <a:avLst/>
          </a:prstGeom>
          <a:solidFill>
            <a:srgbClr val="9AA3B2"/>
          </a:solidFill>
          <a:ln w="31750">
            <a:solidFill>
              <a:srgbClr val="9AA3B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[MASK]</a:t>
            </a:r>
          </a:p>
          <a:p>
            <a:pPr algn="ctr"/>
            <a:r>
              <a:rPr sz="1200" b="0">
                <a:solidFill>
                  <a:srgbClr val="8A93A3"/>
                </a:solidFill>
              </a:rPr>
              <a:t>hide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10247" y="1783080"/>
            <a:ext cx="1371600" cy="105156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Fe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0.11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0447" y="1783080"/>
            <a:ext cx="1371600" cy="105156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Na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0.025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10647" y="1783080"/>
            <a:ext cx="1371600" cy="105156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2238"/>
                </a:solidFill>
              </a:rPr>
              <a:t>Sr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4e-4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670712" y="21031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A93A3"/>
                </a:solidFill>
              </a:rPr>
              <a:t>a rock =</a:t>
            </a:r>
          </a:p>
          <a:p>
            <a:pPr algn="r"/>
            <a:r>
              <a:rPr sz="700" b="0">
                <a:solidFill>
                  <a:srgbClr val="8A93A3"/>
                </a:solidFill>
              </a:rPr>
              <a:t>element tokens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952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954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956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2834639"/>
            <a:ext cx="0" cy="685801"/>
          </a:xfrm>
          <a:prstGeom prst="bentConnector3">
            <a:avLst/>
          </a:prstGeom>
          <a:ln w="19050">
            <a:solidFill>
              <a:srgbClr val="9AA3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960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962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96447" y="2834639"/>
            <a:ext cx="0" cy="685801"/>
          </a:xfrm>
          <a:prstGeom prst="bentConnector3">
            <a:avLst/>
          </a:prstGeom>
          <a:ln w="1905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9447" y="3520440"/>
            <a:ext cx="10972800" cy="91440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2238"/>
                </a:solidFill>
              </a:rPr>
              <a:t>Transformer encoder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being trained -- weights updated each step (not frozen)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9543" y="4480559"/>
            <a:ext cx="292608" cy="365760"/>
          </a:xfrm>
          <a:prstGeom prst="downArrow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5029200"/>
            <a:ext cx="2743200" cy="96012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encoder predicts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Mg amount ~ 0.071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5029200"/>
            <a:ext cx="173736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truth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0.075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83480" y="5321808"/>
            <a:ext cx="27432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995160" y="5321808"/>
            <a:ext cx="27432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5029200"/>
            <a:ext cx="2743200" cy="960120"/>
          </a:xfrm>
          <a:prstGeom prst="roundRect">
            <a:avLst/>
          </a:prstGeom>
          <a:solidFill>
            <a:srgbClr val="F6E3E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2238"/>
                </a:solidFill>
              </a:rPr>
              <a:t>log-space</a:t>
            </a:r>
          </a:p>
          <a:p>
            <a:pPr algn="ctr"/>
            <a:r>
              <a:rPr sz="1500" b="1">
                <a:solidFill>
                  <a:srgbClr val="1A2238"/>
                </a:solidFill>
              </a:rPr>
              <a:t>MSE loss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0" y="5486400"/>
            <a:ext cx="1508760" cy="0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567160" y="3977639"/>
            <a:ext cx="0" cy="1508761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Left Arrow 28"/>
          <p:cNvSpPr/>
          <p:nvPr/>
        </p:nvSpPr>
        <p:spPr>
          <a:xfrm>
            <a:off x="11064240" y="3831335"/>
            <a:ext cx="502920" cy="292608"/>
          </a:xfrm>
          <a:prstGeom prst="lef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</a:rPr>
              <a:t>backpropagation:</a:t>
            </a:r>
          </a:p>
          <a:p>
            <a:pPr algn="ctr"/>
            <a:r>
              <a:rPr sz="1200" b="1">
                <a:solidFill>
                  <a:srgbClr val="C0392B"/>
                </a:solidFill>
              </a:rPr>
              <a:t>updates encoder weights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mask one element's amount  -&gt;  predict it from the rest  -&gt;  the error backpropagates and adjusts the encoder.  Repeat over 474k rocks.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