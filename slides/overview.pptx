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Stages 1-2 are code, landed and tested. Stage 3-5 are runs the owner executes in his own terminal; each has a decision gate before the next. Update this slide as stages complete.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(checkpoints/mode_head_seed0): shared trunk Linear(256-&gt;128)+GELU+dropout, then two parallel linear branches -- presence logits (sigmoid -&gt; per-phase Bernoulli, BCE) and concentrations (softplus + eps -&gt; conditional Dirichlet, masked NLL on the true support). Param counts are exact for hidden=d_model//2.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1.0 currently) -- λ chosen over w to avoid clashing with layer weights and to match the coming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counts land when they're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results/mode_head/&lt;tag&gt;/reliability.png. Numbers illustrative but to scale: three rocks predicted in [0.70, 0.80) -- a real bin edge of the 10 equal-width bins the code uses -- contribute 3 predictions x 96 labels = 288 (p, truth) pairs -- 3 predictions, not 288; each rock's single p is scored against its 96 labels. x = count-weighted mean p (0.740), y = pooled fraction of pairs with cpx present (205/288 = 0.712). ECE on the real panels is the count-weighted |x - y| over 10 such bins. The gray ghost dot shows the overconfident failure mode. Real population: val split of the provisional bulk-level hash split (~20% of 4,670 corpus rocks at 47/100 chunks); the '~930 rocks / 86,617 rows' line is a current snapshot and grows with the corpus -- update it on regen.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only its support to the slice (teacher-forced) and meets the prediction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pins amphibole's alpha0 low and its mean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first 5 train chunks</a:t>
            </a:r>
          </a:p>
          <a:p>
            <a:pPr algn="ctr"/>
            <a:r>
              <a:rPr sz="900" b="0">
                <a:solidFill>
                  <a:srgbClr val="8A93A3"/>
                </a:solidFill>
              </a:rPr>
              <a:t>health report +</a:t>
            </a:r>
          </a:p>
          <a:p>
            <a:pPr algn="ctr"/>
            <a:r>
              <a:rPr sz="900" b="0">
                <a:solidFill>
                  <a:srgbClr val="8A93A3"/>
                </a:solidFill>
              </a:rPr>
              <a:t>rung_prescreen.py -&gt; owner</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E8883A"/>
                </a:solidFill>
              </a:rPr>
              <a:t>NEXT</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5. production</a:t>
            </a:r>
          </a:p>
          <a:p>
            <a:pPr algn="ctr"/>
            <a:r>
              <a:rPr sz="1200" b="1">
                <a:solidFill>
                  <a:srgbClr val="8A93A3"/>
                </a:solidFill>
              </a:rPr>
              <a:t/>
            </a:r>
          </a:p>
          <a:p>
            <a:pPr algn="ctr"/>
            <a:r>
              <a:rPr sz="1200" b="1">
                <a:solidFill>
                  <a:srgbClr val="8A93A3"/>
                </a:solidFill>
              </a:rPr>
              <a:t>10k x 48 + 500 x 128</a:t>
            </a:r>
          </a:p>
          <a:p>
            <a:pPr algn="ctr"/>
            <a:r>
              <a:rPr sz="900" b="0">
                <a:solidFill>
                  <a:srgbClr val="8A93A3"/>
                </a:solidFill>
              </a:rPr>
              <a:t>~2 days, pausable</a:t>
            </a:r>
          </a:p>
          <a:p>
            <a:pPr algn="ctr"/>
            <a:r>
              <a:rPr sz="900" b="0">
                <a:solidFill>
                  <a:srgbClr val="8A93A3"/>
                </a:solidFill>
              </a:rPr>
              <a:t>rerun command = resume</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8A93A3"/>
                </a:solidFill>
              </a:rPr>
              <a:t>queued</a:t>
            </a:r>
          </a:p>
        </p:txBody>
      </p:sp>
      <p:sp>
        <p:nvSpPr>
          <p:cNvPr id="17" name="Right Arrow 16"/>
          <p:cNvSpPr/>
          <p:nvPr/>
        </p:nvSpPr>
        <p:spPr>
          <a:xfrm>
            <a:off x="9820655" y="2898647"/>
            <a:ext cx="155448" cy="329184"/>
          </a:xfrm>
          <a:prstGeom prst="rightArrow">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gates between stages: the A/B re-checks the amp/opx multimodality magnitude and the biotite presence gap under bounded water; the pilot pre-screen scores each rung against the real benchmark (presence per SiO2 band, then rank of proportions) and the owner picks the training rung before production launches.</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what remains is measurement and generation).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128 -&gt; 21, sigmoid</a:t>
            </a:r>
          </a:p>
          <a:p>
            <a:pPr algn="ctr"/>
            <a:r>
              <a:rPr sz="1000" b="0">
                <a:solidFill>
                  <a:srgbClr val="8A93A3"/>
                </a:solidFill>
              </a:rPr>
              <a:t>p_i = P(phase i present)</a:t>
            </a:r>
          </a:p>
          <a:p>
            <a:pPr algn="ctr"/>
            <a:r>
              <a:rPr sz="1000" b="0">
                <a:solidFill>
                  <a:srgbClr val="8A93A3"/>
                </a:solidFill>
              </a:rPr>
              <a:t>2,709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128 -&gt; 21, softplus</a:t>
            </a:r>
          </a:p>
          <a:p>
            <a:pPr algn="ctr"/>
            <a:r>
              <a:rPr sz="1000" b="0">
                <a:solidFill>
                  <a:srgbClr val="8A93A3"/>
                </a:solidFill>
              </a:rPr>
              <a:t>alpha_i, Dirichlet concentration</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38,314 trainable params (trunk 32,896 + 2 x 2,709) -- ~1.2% of the frozen encoder; retrains in under a minute, so the label proxy stays cheap to revise.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(configs/heads/mode_head.yaml): hidden 128 . dropout 0.0 . magnitude_weight 1.0 . alpha_eps 1e-6 . lr 1e-3 . weight_decay 0 . batch 1024 . epochs 40 / patience 5 --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70</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61</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74</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96 labels each = 288 pairs</a:t>
            </a:r>
          </a:p>
          <a:p>
            <a:pPr algn="ctr"/>
            <a:r>
              <a:rPr sz="1000" b="0">
                <a:solidFill>
                  <a:srgbClr val="8A93A3"/>
                </a:solidFill>
              </a:rPr>
              <a:t>mean p = 0.740  .  actually</a:t>
            </a:r>
          </a:p>
          <a:p>
            <a:pPr algn="ctr"/>
            <a:r>
              <a:rPr sz="1000" b="0">
                <a:solidFill>
                  <a:srgbClr val="8A93A3"/>
                </a:solidFill>
              </a:rPr>
              <a:t>present: 205 / 288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135/288)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validation rocks only -- currently ~930 rocks x 96 rows = 86,617 (p, truth) pairs per mineral panel, partitioned across the 10 bins (the gray bars). Training rocks are excluded because a head that memorized them would grade itself calibrated. And since all 96 rows of a rock share one prediction, a panel holds only ~930 distinct p values, each stamped 96x -- the effective sample size is rocks, not rows, which is why every number stays provisional until the valtest tier (500 rocks x 128 draws) lands.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(provisional): garnet presence under-predicted even at f &gt; 0.9; amphibole magnitude spread too narrow. full report: results/mode_head/&lt;tag&gt;/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 plays two roles, never as a model input: its support slices alpha (teacher-forced at train/eval, sampled from the presence branch at inference; a Dirichlet sub-composition is itself a Dirichlet, so the sliced score is a proper density), and its modes appear only at the scoring step.</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~68k pairs for plag down to ~200 for corundum; single-phase rows are excluded (nothing to size). current limits (provisional): amphibole U-shaped PIT (spread too narrow; truth plausibly bimodal across paths), oxide accessories humped (too wide), plag under-sized. full report: results/mode_head/&lt;tag&gt;/ (magnitude_parity, magnitude_pit).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