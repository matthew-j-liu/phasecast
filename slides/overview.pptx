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now fully landed -- the slide is a record, not a plan. Candidate to retire or fold into the corpora slide at the next deck pass (owner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(checkpoints/mode_head_seed0): shared trunk Linear(256-&gt;128)+GELU+dropout, then two parallel linear branches -- presence logits (sigmoid -&gt; per-phase Bernoulli, BCE) and concentrations (softplus + eps -&gt; conditional Dirichlet, masked NLL on the true support). Param counts are exact for hidden=d_model//2.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1.0 currently) -- λ chosen over w to avoid clashing with layer weights and to match the coming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counts land when they're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results/mode_head/&lt;tag&gt;/reliability.png.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sealed valtest tier's val roster (221 assigned rocks,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only its support to the slice (teacher-forced) and meets the prediction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pins amphibole's alpha0 low and its mean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passed; rungs locked</a:t>
            </a:r>
          </a:p>
          <a:p>
            <a:pPr algn="ctr"/>
            <a:r>
              <a:rPr sz="900" b="0">
                <a:solidFill>
                  <a:srgbClr val="8A93A3"/>
                </a:solidFill>
              </a:rPr>
              <a:t>50 + 30 (owner,</a:t>
            </a:r>
          </a:p>
          <a:p>
            <a:pPr algn="ctr"/>
            <a:r>
              <a:rPr sz="900" b="0">
                <a:solidFill>
                  <a:srgbClr val="8A93A3"/>
                </a:solidFill>
              </a:rPr>
              <a:t>rung_prescreen.py)</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2A9D8F"/>
                </a:solidFill>
              </a:rPr>
              <a:t>LANDED</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5. production</a:t>
            </a:r>
          </a:p>
          <a:p>
            <a:pPr algn="ctr"/>
            <a:r>
              <a:rPr sz="1200" b="1">
                <a:solidFill>
                  <a:srgbClr val="1A2238"/>
                </a:solidFill>
              </a:rPr>
              <a:t/>
            </a:r>
          </a:p>
          <a:p>
            <a:pPr algn="ctr"/>
            <a:r>
              <a:rPr sz="1200" b="1">
                <a:solidFill>
                  <a:srgbClr val="1A2238"/>
                </a:solidFill>
              </a:rPr>
              <a:t>both tiers complete</a:t>
            </a:r>
          </a:p>
          <a:p>
            <a:pPr algn="ctr"/>
            <a:r>
              <a:rPr sz="900" b="0">
                <a:solidFill>
                  <a:srgbClr val="8A93A3"/>
                </a:solidFill>
              </a:rPr>
              <a:t>948k train rows;</a:t>
            </a:r>
          </a:p>
          <a:p>
            <a:pPr algn="ctr"/>
            <a:r>
              <a:rPr sz="900" b="0">
                <a:solidFill>
                  <a:srgbClr val="8A93A3"/>
                </a:solidFill>
              </a:rPr>
              <a:t>valtest 125k, sealed</a:t>
            </a:r>
          </a:p>
          <a:p>
            <a:pPr algn="ctr"/>
            <a:r>
              <a:rPr sz="900" b="0">
                <a:solidFill>
                  <a:srgbClr val="8A93A3"/>
                </a:solidFill>
              </a:rPr>
              <a:t>221/278 val/test roster</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2A9D8F"/>
                </a:solidFill>
              </a:rPr>
              <a:t>LANDED</a:t>
            </a:r>
          </a:p>
        </p:txBody>
      </p:sp>
      <p:sp>
        <p:nvSpPr>
          <p:cNvPr id="17" name="Right Arrow 16"/>
          <p:cNvSpPr/>
          <p:nvPr/>
        </p:nvSpPr>
        <p:spPr>
          <a:xfrm>
            <a:off x="982065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all gates passed: the water A/B held under bounded sampling; the pilot pre-screen locked rungs 50 + 30; production completed 2026-07-17 (train 99.2% point convergence, valtest 97.7% usable rows after dropping one solver-poisoned bulk). The 499 valtest bulks divide 16:20 into a committed val/test roster (valtest_split.csv); test stays sealed.</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generation complete 2026-07-17).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128 -&gt; 21, sigmoid</a:t>
            </a:r>
          </a:p>
          <a:p>
            <a:pPr algn="ctr"/>
            <a:r>
              <a:rPr sz="1000" b="0">
                <a:solidFill>
                  <a:srgbClr val="8A93A3"/>
                </a:solidFill>
              </a:rPr>
              <a:t>p_i = P(phase i present)</a:t>
            </a:r>
          </a:p>
          <a:p>
            <a:pPr algn="ctr"/>
            <a:r>
              <a:rPr sz="1000" b="0">
                <a:solidFill>
                  <a:srgbClr val="8A93A3"/>
                </a:solidFill>
              </a:rPr>
              <a:t>2,709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128 -&gt; 21, softplus</a:t>
            </a:r>
          </a:p>
          <a:p>
            <a:pPr algn="ctr"/>
            <a:r>
              <a:rPr sz="1000" b="0">
                <a:solidFill>
                  <a:srgbClr val="8A93A3"/>
                </a:solidFill>
              </a:rPr>
              <a:t>alpha_i, Dirichlet concentration</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38,314 trainable params (trunk 32,896 + 2 x 2,709) -- ~1.2% of the frozen encoder; retrains in under a minute, so the label proxy stays cheap to revise.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(configs/heads/mode_head.yaml): hidden 128 . dropout 0.0 . magnitude_weight 1.0 . alpha_eps 1e-6 . lr 1e-3 . weight_decay 0 . batch 1024 . epochs 40 / patience 5 --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~255x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intermediate-frequency presence is the miss mode (garnet recall 1.0 at f &gt; 0.9 but 0.0 below f = 0.5; opx 0.23 / ru 0.13 / ol 0.04 overall); spinel is the worst-calibrated panel (ECE 0.043); amphibole magnitude spread stays too narrow (next slide). full report: results/mode_head/&lt;tag&gt;/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 plays two roles, never as a model input: its support slices alpha (teacher-forced at train/eval, sampled from the presence branch at inference; a Dirichlet sub-composition is itself a Dirichlet, so the sliced score is a proper density), and its modes appear only at the scoring step.</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~240 for andalusite; single-phase rows are excluded (nothing to size). current limits: amphibole PIT U-shaped with a high-side tilt (tails 0.27 vs 0.10 expected: spread too narrow and conditionally under-sized; corpus bimodality measured), oxide accessories humped (spl/ilm/ru tails ~0.01: too wide); plag's earlier under-sizing flattened with the full-tier retrain (tails 0.12). full report: results/mode_head/&lt;tag&gt;/ (magnitude_parity, magnitude_pit).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