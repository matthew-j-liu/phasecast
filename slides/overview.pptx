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FC corpus carries MAGEMin-derived labels and trains the heads; mineralML grains are held out for cross-modal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supervised. Over 474k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FC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Outputs are drawn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(heads train in issue #10). ModeHead = Dirichlet over minerals; CondHead = per-axis GMM (H2O multimodal).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~474k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FC corpus (PetThermoTools)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per-bulk x N paths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modal, comp, T/P/H2O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mineralML grains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~88k, never trained on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cross-modal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FC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 + the held-out mineralML grains.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(aux)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(aux)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 (outputs on the next slide)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modal mineralogy (Dirichlet)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766620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3060" y="1828799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2185415"/>
            <a:ext cx="117774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4187" y="213969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2496312"/>
            <a:ext cx="672998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438" y="245059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olivine  0.16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0" y="2807208"/>
            <a:ext cx="33649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2939" y="27614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74689" y="307238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oxides  0.04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formation conditions (per-axis GMM)</a:t>
            </a:r>
          </a:p>
        </p:txBody>
      </p:sp>
      <p:sp>
        <p:nvSpPr>
          <p:cNvPr id="22" name="Freeform 21"/>
          <p:cNvSpPr/>
          <p:nvPr/>
        </p:nvSpPr>
        <p:spPr>
          <a:xfrm>
            <a:off x="5806440" y="4251960"/>
            <a:ext cx="1737360" cy="960120"/>
          </a:xfrm>
          <a:custGeom>
            <a:avLst/>
            <a:gdLst/>
            <a:ahLst/>
            <a:cxnLst/>
            <a:rect l="l" t="t" r="r" b="b"/>
            <a:pathLst>
              <a:path w="1737360" h="960120">
                <a:moveTo>
                  <a:pt x="0" y="960120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2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806440" y="5212080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23559" y="5257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1140 +/- 35 C</a:t>
            </a:r>
          </a:p>
        </p:txBody>
      </p:sp>
      <p:sp>
        <p:nvSpPr>
          <p:cNvPr id="25" name="Freeform 24"/>
          <p:cNvSpPr/>
          <p:nvPr/>
        </p:nvSpPr>
        <p:spPr>
          <a:xfrm>
            <a:off x="7772400" y="4251960"/>
            <a:ext cx="1737360" cy="960120"/>
          </a:xfrm>
          <a:custGeom>
            <a:avLst/>
            <a:gdLst/>
            <a:ahLst/>
            <a:cxnLst/>
            <a:rect l="l" t="t" r="r" b="b"/>
            <a:pathLst>
              <a:path w="1737360" h="960120">
                <a:moveTo>
                  <a:pt x="0" y="960120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20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7772400" y="5212080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89520" y="5257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28" name="Freeform 27"/>
          <p:cNvSpPr/>
          <p:nvPr/>
        </p:nvSpPr>
        <p:spPr>
          <a:xfrm>
            <a:off x="9738360" y="4251960"/>
            <a:ext cx="1783080" cy="960120"/>
          </a:xfrm>
          <a:custGeom>
            <a:avLst/>
            <a:gdLst/>
            <a:ahLst/>
            <a:cxnLst/>
            <a:rect l="l" t="t" r="r" b="b"/>
            <a:pathLst>
              <a:path w="1783080" h="960120">
                <a:moveTo>
                  <a:pt x="0" y="960120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20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9738360" y="5212080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555480" y="52578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each head emits a distribution; H2O drawn multimodal to show CondHead's GMM 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