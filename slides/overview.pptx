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FC corpus carries MAGEMin-derived labels and trains the heads; mineralML grains are held out for cross-modal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supervised. Over 474k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FC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Outputs are drawn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(heads train in issue #10). ModeHead = hurdle Dirichlet: per-phase presence Bernoulli x conditional Dirichlet over present-phase modes; bars are posterior means + credible intervals, and intermediate presence (amphibole ~0.4) IS the multimodal posterior, not noise. CondHead = per-axis GMM (H2O multimodal).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~474k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(PetThermoTools)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per-bulk x N paths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modal, comp, T/P/H2O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mineralML grains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~88k, never trained on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cross-modal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 + the held-out mineralML grains.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(aux)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(aux)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 (outputs on the next slide)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distribution over modal mineralogy (hurdle Dirichlet)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766620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71308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71308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91932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83372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7774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724497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24497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60996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52436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672998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5624" y="2642616"/>
            <a:ext cx="504748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35624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40372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31812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0.16   p(present)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33649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25312" y="2953512"/>
            <a:ext cx="25237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25312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77686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69126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0.08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formation conditions (per-axis GMM, if trained on a thermodynamic phase-equilibrium solver like MAGEMin)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1140 +/- 35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head emits a distribution: ModeHead bars are posterior means with credible-interval whiskers and a per-phase presence probability; H2O drawn multimodal to show CondHead's GMM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